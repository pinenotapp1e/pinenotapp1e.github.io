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61AB-33B8-4344-BB94-ABAB82A5B12F}" type="datetimeFigureOut">
              <a:rPr lang="fr-CH" smtClean="0"/>
              <a:t>25.09.2023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26C27-2D01-40E2-A9C3-FBAF77FF36C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9282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61AB-33B8-4344-BB94-ABAB82A5B12F}" type="datetimeFigureOut">
              <a:rPr lang="fr-CH" smtClean="0"/>
              <a:t>25.09.2023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26C27-2D01-40E2-A9C3-FBAF77FF36C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67999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61AB-33B8-4344-BB94-ABAB82A5B12F}" type="datetimeFigureOut">
              <a:rPr lang="fr-CH" smtClean="0"/>
              <a:t>25.09.2023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26C27-2D01-40E2-A9C3-FBAF77FF36C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1598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61AB-33B8-4344-BB94-ABAB82A5B12F}" type="datetimeFigureOut">
              <a:rPr lang="fr-CH" smtClean="0"/>
              <a:t>25.09.2023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26C27-2D01-40E2-A9C3-FBAF77FF36C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65643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61AB-33B8-4344-BB94-ABAB82A5B12F}" type="datetimeFigureOut">
              <a:rPr lang="fr-CH" smtClean="0"/>
              <a:t>25.09.2023</a:t>
            </a:fld>
            <a:endParaRPr lang="fr-CH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26C27-2D01-40E2-A9C3-FBAF77FF36C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1972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61AB-33B8-4344-BB94-ABAB82A5B12F}" type="datetimeFigureOut">
              <a:rPr lang="fr-CH" smtClean="0"/>
              <a:t>25.09.2023</a:t>
            </a:fld>
            <a:endParaRPr lang="fr-CH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26C27-2D01-40E2-A9C3-FBAF77FF36C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22632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61AB-33B8-4344-BB94-ABAB82A5B12F}" type="datetimeFigureOut">
              <a:rPr lang="fr-CH" smtClean="0"/>
              <a:t>25.09.2023</a:t>
            </a:fld>
            <a:endParaRPr lang="fr-CH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26C27-2D01-40E2-A9C3-FBAF77FF36C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5717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61AB-33B8-4344-BB94-ABAB82A5B12F}" type="datetimeFigureOut">
              <a:rPr lang="fr-CH" smtClean="0"/>
              <a:t>25.09.2023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26C27-2D01-40E2-A9C3-FBAF77FF36C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1446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61AB-33B8-4344-BB94-ABAB82A5B12F}" type="datetimeFigureOut">
              <a:rPr lang="fr-CH" smtClean="0"/>
              <a:t>25.09.2023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26C27-2D01-40E2-A9C3-FBAF77FF36C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68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61AB-33B8-4344-BB94-ABAB82A5B12F}" type="datetimeFigureOut">
              <a:rPr lang="fr-CH" smtClean="0"/>
              <a:t>25.09.2023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26C27-2D01-40E2-A9C3-FBAF77FF36C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1317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61AB-33B8-4344-BB94-ABAB82A5B12F}" type="datetimeFigureOut">
              <a:rPr lang="fr-CH" smtClean="0"/>
              <a:t>25.09.2023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26C27-2D01-40E2-A9C3-FBAF77FF36C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8669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061AB-33B8-4344-BB94-ABAB82A5B12F}" type="datetimeFigureOut">
              <a:rPr lang="fr-CH" smtClean="0"/>
              <a:t>25.09.2023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26C27-2D01-40E2-A9C3-FBAF77FF36C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32097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CH" dirty="0" smtClean="0"/>
              <a:t>Boite à </a:t>
            </a:r>
            <a:r>
              <a:rPr lang="fr-CH" dirty="0" err="1" smtClean="0"/>
              <a:t>meeeh</a:t>
            </a:r>
            <a:endParaRPr lang="fr-CH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4932"/>
          </a:xfrm>
        </p:spPr>
        <p:txBody>
          <a:bodyPr>
            <a:normAutofit/>
          </a:bodyPr>
          <a:lstStyle/>
          <a:p>
            <a:r>
              <a:rPr lang="fr-CH" dirty="0" smtClean="0"/>
              <a:t>Faire une application qui permet de jouer un son et</a:t>
            </a:r>
            <a:br>
              <a:rPr lang="fr-CH" dirty="0" smtClean="0"/>
            </a:br>
            <a:r>
              <a:rPr lang="fr-CH" dirty="0" smtClean="0"/>
              <a:t>faire une animation lorsqu’on retourne le téléphone</a:t>
            </a:r>
          </a:p>
          <a:p>
            <a:r>
              <a:rPr lang="fr-CH" dirty="0" smtClean="0"/>
              <a:t>Le son à lancer est meeeh.mp3 et l’animation en CSS est</a:t>
            </a:r>
            <a:br>
              <a:rPr lang="fr-CH" dirty="0" smtClean="0"/>
            </a:br>
            <a:r>
              <a:rPr lang="fr-CH" dirty="0" err="1" smtClean="0"/>
              <a:t>cerclelumineux</a:t>
            </a:r>
            <a:endParaRPr lang="fr-CH" dirty="0" smtClean="0"/>
          </a:p>
          <a:p>
            <a:r>
              <a:rPr lang="fr-CH" dirty="0" smtClean="0"/>
              <a:t>Le code JS doit permettre que lorsqu’on clique sur la chèvre elle fait le son et l’animation, mais aussi lorsqu’on retourne le téléphone</a:t>
            </a:r>
          </a:p>
          <a:p>
            <a:r>
              <a:rPr lang="fr-CH" dirty="0" smtClean="0"/>
              <a:t>Il faut éviter de jouer l’animation plusieurs fois en même temps</a:t>
            </a:r>
          </a:p>
          <a:p>
            <a:r>
              <a:rPr lang="fr-CH" dirty="0" smtClean="0"/>
              <a:t>Il faut trouver un moyen pour qu’on soit obligé de remettre le téléphone droit avant de rejouer le son lorsqu’on le retourne</a:t>
            </a:r>
          </a:p>
          <a:p>
            <a:r>
              <a:rPr lang="fr-CH" dirty="0" smtClean="0"/>
              <a:t>Utilisez l’événement </a:t>
            </a:r>
            <a:r>
              <a:rPr lang="fr-CH" dirty="0" err="1" smtClean="0"/>
              <a:t>deviceorientation</a:t>
            </a:r>
            <a:r>
              <a:rPr lang="fr-CH" dirty="0" smtClean="0"/>
              <a:t> et l’axe </a:t>
            </a:r>
            <a:r>
              <a:rPr lang="fr-CH" dirty="0" smtClean="0"/>
              <a:t>beta </a:t>
            </a:r>
            <a:r>
              <a:rPr lang="fr-CH" smtClean="0"/>
              <a:t>entre </a:t>
            </a:r>
            <a:r>
              <a:rPr lang="fr-CH" smtClean="0"/>
              <a:t>-180</a:t>
            </a:r>
            <a:r>
              <a:rPr lang="fr-CH" smtClean="0"/>
              <a:t> </a:t>
            </a:r>
            <a:r>
              <a:rPr lang="fr-CH" smtClean="0"/>
              <a:t>et </a:t>
            </a:r>
            <a:r>
              <a:rPr lang="fr-CH" smtClean="0"/>
              <a:t>180</a:t>
            </a:r>
            <a:endParaRPr lang="fr-CH" dirty="0" smtClean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732" y="226736"/>
            <a:ext cx="2176568" cy="266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7991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</Words>
  <Application>Microsoft Office PowerPoint</Application>
  <PresentationFormat>Grand écran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Boite à meeeh</vt:lpstr>
    </vt:vector>
  </TitlesOfParts>
  <Company>CFPT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Boite à meeeh</dc:title>
  <dc:creator>Administrateur</dc:creator>
  <cp:lastModifiedBy>Administrateur</cp:lastModifiedBy>
  <cp:revision>6</cp:revision>
  <dcterms:created xsi:type="dcterms:W3CDTF">2023-09-18T09:36:50Z</dcterms:created>
  <dcterms:modified xsi:type="dcterms:W3CDTF">2023-09-25T13:33:12Z</dcterms:modified>
</cp:coreProperties>
</file>